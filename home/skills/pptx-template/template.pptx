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表紙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417320"/>
            <a:ext cx="7680960" cy="0"/>
          </a:xfrm>
          <a:prstGeom prst="line">
            <a:avLst/>
          </a:prstGeom>
          <a:noFill/>
          <a:ln w="9525">
            <a:solidFill>
              <a:srgbClr val="C8D2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1417320"/>
            <a:ext cx="1097280" cy="0"/>
          </a:xfrm>
          <a:prstGeom prst="line">
            <a:avLst/>
          </a:prstGeom>
          <a:noFill/>
          <a:ln w="25400">
            <a:solidFill>
              <a:srgbClr val="4F6D8A"/>
            </a:solidFill>
            <a:prstDash val="solid"/>
          </a:ln>
        </p:spPr>
      </p:sp>
      <p:sp>
        <p:nvSpPr>
          <p:cNvPr id="4" name="Text 2"/>
          <p:cNvSpPr/>
          <p:nvPr>
            <p:ph idx="102" hasCustomPrompt="1"/>
          </p:nvPr>
        </p:nvSpPr>
        <p:spPr>
          <a:xfrm>
            <a:off x="731520" y="1554480"/>
            <a:ext cx="7680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資料のタイトル</a:t>
            </a:r>
            <a:endParaRPr lang="en-US" sz="3000" dirty="0"/>
          </a:p>
        </p:txBody>
      </p:sp>
      <p:sp>
        <p:nvSpPr>
          <p:cNvPr id="5" name="Text 2"/>
          <p:cNvSpPr/>
          <p:nvPr>
            <p:ph idx="103" hasCustomPrompt="1"/>
          </p:nvPr>
        </p:nvSpPr>
        <p:spPr>
          <a:xfrm>
            <a:off x="731520" y="2423160"/>
            <a:ext cx="7680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サブタイトル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731520" y="3063240"/>
            <a:ext cx="7680960" cy="0"/>
          </a:xfrm>
          <a:prstGeom prst="line">
            <a:avLst/>
          </a:prstGeom>
          <a:noFill/>
          <a:ln w="9525">
            <a:solidFill>
              <a:srgbClr val="C8D2DC"/>
            </a:solidFill>
            <a:prstDash val="solid"/>
          </a:ln>
        </p:spPr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731520" y="4023360"/>
            <a:ext cx="768096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日付 ／ 発表者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扉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0" cy="5143500"/>
          </a:xfrm>
          <a:prstGeom prst="rect">
            <a:avLst/>
          </a:prstGeom>
          <a:solidFill>
            <a:srgbClr val="E3EAF1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457200" y="2011680"/>
            <a:ext cx="12801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2468880" y="2011680"/>
            <a:ext cx="62179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セクション名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本文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E3EAF1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"/>
            <a:ext cx="8229600" cy="35661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見出し</a:t>
            </a:r>
            <a:endParaRPr lang="en-US" sz="1800" dirty="0"/>
          </a:p>
        </p:txBody>
      </p:sp>
      <p:sp>
        <p:nvSpPr>
          <p:cNvPr id="4" name="Text 1"/>
          <p:cNvSpPr/>
          <p:nvPr>
            <p:ph idx="102" hasCustomPrompt="1"/>
          </p:nvPr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このスライドで伝えたいことを一文で</a:t>
            </a:r>
            <a:endParaRPr lang="en-US" sz="14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800"/>
              </a:spcAft>
              <a:buNone/>
              <a:def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本文</a:t>
            </a:r>
            <a:endParaRPr lang="en-US" sz="1400" dirty="0"/>
          </a:p>
        </p:txBody>
      </p:sp>
      <p:sp>
        <p:nvSpPr>
          <p:cNvPr id="6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資料名（スライドマスターで変更）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カラム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E3EAF1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"/>
            <a:ext cx="8229600" cy="35661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見出し</a:t>
            </a:r>
            <a:endParaRPr lang="en-US" sz="1800" dirty="0"/>
          </a:p>
        </p:txBody>
      </p:sp>
      <p:sp>
        <p:nvSpPr>
          <p:cNvPr id="4" name="Text 1"/>
          <p:cNvSpPr/>
          <p:nvPr>
            <p:ph idx="102" hasCustomPrompt="1"/>
          </p:nvPr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このスライドで伝えたいことを一文で</a:t>
            </a:r>
            <a:endParaRPr lang="en-US" sz="14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457200" y="1097280"/>
            <a:ext cx="3977640" cy="3474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800"/>
              </a:spcAft>
              <a:buNone/>
              <a:def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左の本文</a:t>
            </a:r>
            <a:endParaRPr lang="en-US" sz="14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4709160" y="1097280"/>
            <a:ext cx="3977640" cy="3474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800"/>
              </a:spcAft>
              <a:buNone/>
              <a:def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右の本文</a:t>
            </a:r>
            <a:endParaRPr lang="en-US" sz="1400" dirty="0"/>
          </a:p>
        </p:txBody>
      </p:sp>
      <p:sp>
        <p:nvSpPr>
          <p:cNvPr id="7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資料名（スライドマスターで変更）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見出しのみ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E3EAF1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"/>
            <a:ext cx="8229600" cy="35661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見出し</a:t>
            </a:r>
            <a:endParaRPr lang="en-US" sz="1800" dirty="0"/>
          </a:p>
        </p:txBody>
      </p:sp>
      <p:sp>
        <p:nvSpPr>
          <p:cNvPr id="4" name="Text 1"/>
          <p:cNvSpPr/>
          <p:nvPr>
            <p:ph idx="102" hasCustomPrompt="1"/>
          </p:nvPr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このスライドで伝えたいことを一文で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資料名（スライドマスターで変更）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hasCustomPrompt="1"/>
          </p:nvPr>
        </p:nvSpPr>
        <p:spPr>
          <a:xfrm>
            <a:off x="731520" y="1554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業務システム刷新プロジェクト 進捗報告</a:t>
            </a:r>
            <a:endParaRPr lang="en-US" sz="3000" dirty="0"/>
          </a:p>
        </p:txBody>
      </p:sp>
      <p:sp>
        <p:nvSpPr>
          <p:cNvPr id="3" name="Text 2"/>
          <p:cNvSpPr/>
          <p:nvPr>
            <p:ph idx="103" hasCustomPrompt="1"/>
          </p:nvPr>
        </p:nvSpPr>
        <p:spPr>
          <a:xfrm>
            <a:off x="731520" y="24231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2026年9月 定例</a:t>
            </a:r>
            <a:endParaRPr lang="en-US" sz="1500" dirty="0"/>
          </a:p>
        </p:txBody>
      </p:sp>
      <p:sp>
        <p:nvSpPr>
          <p:cNvPr id="4" name="Text 3"/>
          <p:cNvSpPr/>
          <p:nvPr>
            <p:ph idx="105" type="body" hasCustomPrompt="1"/>
          </p:nvPr>
        </p:nvSpPr>
        <p:spPr>
          <a:xfrm>
            <a:off x="731520" y="40233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2026-09-06 ／ 開発チーム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0116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2468880" y="201168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現状の整理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"/>
            <a:ext cx="8229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現状の整理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hasCustomPrompt="1"/>
          </p:nvPr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3つの業務のうち、受注と請求は移行済み。在庫だけ旧システムが残る</a:t>
            </a:r>
            <a:endParaRPr lang="en-US" sz="1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受注: 7月に移行完了。問い合わせは週1件以下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請求: 8月に移行完了。締め処理は新旧並行で確認中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在庫: 旧システムのまま。連携仕様の確認に時間を要している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全体: 利用部門からの評価は良好。教育は9月中に完了予定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"/>
            <a:ext cx="8229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在庫移行の論点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hasCustomPrompt="1"/>
          </p:nvPr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連携仕様を先に確定すれば、10月中の移行は可能</a:t>
            </a:r>
            <a:endParaRPr lang="en-US" sz="1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1097280"/>
            <a:ext cx="3977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倉庫システムとの連携仕様が未確定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月末の棚卸と移行日が重なる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旧データの重複が約2%</a:t>
            </a:r>
            <a:endParaRPr lang="en-US" sz="14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4709160" y="1097280"/>
            <a:ext cx="3977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対応案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9/20 までに仕様を確定（倉庫側と合同で）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移行日を棚卸の翌週に設定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重複は移行前に一括で名寄せ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"/>
            <a:ext cx="8229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スケジュール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hasCustomPrompt="1"/>
          </p:nvPr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在庫移行は10月に前倒し。11月に全体テスト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1463040"/>
                <a:gridCol w="146304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3E4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3E4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9月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3E4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10月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3E4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11月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3E4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担当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連携仕様の確定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9/20 確定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開発・倉庫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データ名寄せ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着手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完了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開発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在庫の移行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10/22 実施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開発・業務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全体テスト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2週間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全員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教育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完了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補講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業務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"/>
            <a:ext cx="8229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移行の流れ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hasCustomPrompt="1"/>
          </p:nvPr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移行は3段階。各段階の終わりに業務側が確認する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1031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現行システム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受注・請求・在庫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06040" y="1965960"/>
            <a:ext cx="822960" cy="0"/>
          </a:xfrm>
          <a:prstGeom prst="line">
            <a:avLst/>
          </a:prstGeom>
          <a:noFill/>
          <a:ln w="15875">
            <a:solidFill>
              <a:srgbClr val="4F6D8A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606040" y="16733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抽出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0" y="1463040"/>
            <a:ext cx="2103120" cy="1005840"/>
          </a:xfrm>
          <a:prstGeom prst="rect">
            <a:avLst/>
          </a:prstGeom>
          <a:solidFill>
            <a:srgbClr val="E3EAF1"/>
          </a:solidFill>
          <a:ln w="9525">
            <a:solidFill>
              <a:srgbClr val="4F6D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4630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データ移行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名寄せ・変換・検証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23560" y="1965960"/>
            <a:ext cx="822960" cy="0"/>
          </a:xfrm>
          <a:prstGeom prst="line">
            <a:avLst/>
          </a:prstGeom>
          <a:noFill/>
          <a:ln w="15875">
            <a:solidFill>
              <a:srgbClr val="4F6D8A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623560" y="16733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92240" y="1463040"/>
            <a:ext cx="21031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4630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新システム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10/22 切替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508760" y="2468880"/>
            <a:ext cx="0" cy="365760"/>
          </a:xfrm>
          <a:prstGeom prst="line">
            <a:avLst/>
          </a:prstGeom>
          <a:noFill/>
          <a:ln w="12700">
            <a:solidFill>
              <a:srgbClr val="C8D2D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" y="2834640"/>
            <a:ext cx="2103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C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548640" y="2834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業務側の確認 ①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26280" y="2468880"/>
            <a:ext cx="0" cy="365760"/>
          </a:xfrm>
          <a:prstGeom prst="line">
            <a:avLst/>
          </a:prstGeom>
          <a:noFill/>
          <a:ln w="12700">
            <a:solidFill>
              <a:srgbClr val="C8D2D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474720" y="2834640"/>
            <a:ext cx="2103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C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3566160" y="2834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業務側の確認 ②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43800" y="2468880"/>
            <a:ext cx="0" cy="365760"/>
          </a:xfrm>
          <a:prstGeom prst="line">
            <a:avLst/>
          </a:prstGeom>
          <a:noFill/>
          <a:ln w="12700">
            <a:solidFill>
              <a:srgbClr val="C8D2D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92240" y="2834640"/>
            <a:ext cx="2103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C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6583680" y="2834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業務側の確認 ③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確認①: 抽出件数の突合　確認②: 変換後のサンプル照合　確認③: 切替後1週間の並行運用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"/>
            <a:ext cx="8229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次のアクション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hasCustomPrompt="1"/>
          </p:nvPr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来週までに3件。決めていただきたいことが1件</a:t>
            </a:r>
            <a:endParaRPr lang="en-US" sz="1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連携仕様の確定会議を 9/12 に設定（開発・倉庫）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名寄せルールの案を 9/15 までに業務側へ提示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教育の補講日程を 9/19 までに確定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944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決めていただきたいこと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3246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在庫の移行日を 10/15 と 10/22 のどちらにするか。棚卸との重なりを避けるなら 10/22 を推奨。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2026-09-05T16:34:16Z</dcterms:created>
  <dcterms:modified xsi:type="dcterms:W3CDTF">2026-09-05T16:34:16Z</dcterms:modified>
</cp:coreProperties>
</file>